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29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77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52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652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0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47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84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01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870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67C10-AA84-42DE-B1A6-0915555A5207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F0A0F54-8112-438F-A292-ECDF85650EF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232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8400-3029-4495-8283-80F532B84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Faqe</a:t>
            </a:r>
            <a:r>
              <a:rPr lang="en-US" dirty="0"/>
              <a:t> Login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80E2A-8520-431E-8A7B-7FAF4DC76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Punoi</a:t>
            </a:r>
            <a:r>
              <a:rPr lang="en-US" dirty="0"/>
              <a:t>: Fatlum Hasaj</a:t>
            </a:r>
          </a:p>
        </p:txBody>
      </p:sp>
    </p:spTree>
    <p:extLst>
      <p:ext uri="{BB962C8B-B14F-4D97-AF65-F5344CB8AC3E}">
        <p14:creationId xmlns:p14="http://schemas.microsoft.com/office/powerpoint/2010/main" val="1996719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B5DB-A95B-404B-AD23-91C90734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Metoda</a:t>
            </a:r>
            <a:r>
              <a:rPr lang="en-US" dirty="0"/>
              <a:t> login per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ndryshuar</a:t>
            </a:r>
            <a:r>
              <a:rPr lang="en-US" dirty="0"/>
              <a:t> </a:t>
            </a:r>
            <a:r>
              <a:rPr lang="en-US" dirty="0" err="1"/>
              <a:t>skenen</a:t>
            </a:r>
            <a:r>
              <a:rPr lang="en-US" dirty="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1C2808-B2D8-4A87-8DDE-15C3FC108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965" y="1927412"/>
            <a:ext cx="10067364" cy="3854823"/>
          </a:xfrm>
        </p:spPr>
      </p:pic>
    </p:spTree>
    <p:extLst>
      <p:ext uri="{BB962C8B-B14F-4D97-AF65-F5344CB8AC3E}">
        <p14:creationId xmlns:p14="http://schemas.microsoft.com/office/powerpoint/2010/main" val="130282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A61B-5D2C-4BA8-B7BF-FAD1693A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Metoda</a:t>
            </a:r>
            <a:r>
              <a:rPr lang="en-US" dirty="0"/>
              <a:t> per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ndryshuar</a:t>
            </a:r>
            <a:r>
              <a:rPr lang="en-US" dirty="0"/>
              <a:t> label ne </a:t>
            </a:r>
            <a:r>
              <a:rPr lang="en-US" dirty="0" err="1"/>
              <a:t>faqen</a:t>
            </a:r>
            <a:r>
              <a:rPr lang="en-US" dirty="0"/>
              <a:t> </a:t>
            </a:r>
            <a:r>
              <a:rPr lang="en-US" dirty="0" err="1"/>
              <a:t>tjeter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73FB80-C503-4375-8BEC-58FD61A5C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411506"/>
            <a:ext cx="9941859" cy="3307976"/>
          </a:xfrm>
        </p:spPr>
      </p:pic>
    </p:spTree>
    <p:extLst>
      <p:ext uri="{BB962C8B-B14F-4D97-AF65-F5344CB8AC3E}">
        <p14:creationId xmlns:p14="http://schemas.microsoft.com/office/powerpoint/2010/main" val="37454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2F32-0874-4874-B8C9-C1AB1327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Metoda</a:t>
            </a:r>
            <a:r>
              <a:rPr lang="en-US" dirty="0"/>
              <a:t> per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kthyer</a:t>
            </a:r>
            <a:r>
              <a:rPr lang="en-US" dirty="0"/>
              <a:t> ne </a:t>
            </a:r>
            <a:r>
              <a:rPr lang="en-US" dirty="0" err="1"/>
              <a:t>faqen</a:t>
            </a:r>
            <a:r>
              <a:rPr lang="en-US" dirty="0"/>
              <a:t> login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0474E0-FDC9-4FDB-82DD-DE74D4572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682" y="2016125"/>
            <a:ext cx="10515600" cy="4037356"/>
          </a:xfrm>
        </p:spPr>
      </p:pic>
    </p:spTree>
    <p:extLst>
      <p:ext uri="{BB962C8B-B14F-4D97-AF65-F5344CB8AC3E}">
        <p14:creationId xmlns:p14="http://schemas.microsoft.com/office/powerpoint/2010/main" val="3350435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0D07-BFF4-4B60-9182-A89B5956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Falemiderit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6FB31-7124-4C0F-BDCA-694E5CBA2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03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28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Faqe Login</vt:lpstr>
      <vt:lpstr>Metoda login per te ndryshuar skenen </vt:lpstr>
      <vt:lpstr>Metoda per te ndryshuar label ne faqen tjeter</vt:lpstr>
      <vt:lpstr>Metoda per tu kthyer ne faqen login</vt:lpstr>
      <vt:lpstr>Falemiderit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Faqe Login</dc:title>
  <dc:creator>Fatlum Hasaj</dc:creator>
  <cp:lastModifiedBy>Fatlum Hasaj</cp:lastModifiedBy>
  <cp:revision>3</cp:revision>
  <dcterms:created xsi:type="dcterms:W3CDTF">2025-04-11T18:00:06Z</dcterms:created>
  <dcterms:modified xsi:type="dcterms:W3CDTF">2025-04-11T18:04:15Z</dcterms:modified>
</cp:coreProperties>
</file>